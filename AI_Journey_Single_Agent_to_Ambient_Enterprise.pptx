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MY AI JOURNEY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Combining AI Factory &amp; Ambient CI/CD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From Single Agent to 3-Tier Cognitive Pyramid, Assembly Line Factory, and Multi-Time Scale Continuous Deployment with Zero Cognitive Load</a:t>
            </a:r>
          </a:p>
          <a:p>
            <a:br/>
            <a:pPr algn="ctr">
              <a:defRPr sz="1100" b="1">
                <a:solidFill>
                  <a:srgbClr val="10B981"/>
                </a:solidFill>
              </a:defRPr>
            </a:pPr>
            <a:r>
              <a:t>Project: For Each and Every  •  AWS us-east-2  •  Live in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Evolutionary Journey of My AI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Visualizing the maturation from brute-force prompts to an industrial AI Factory and ambient CI/CD</a:t>
            </a:r>
          </a:p>
        </p:txBody>
      </p:sp>
      <p:pic>
        <p:nvPicPr>
          <p:cNvPr id="5" name="Picture 4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Artisanal Prompting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trial-and-error. Heavy mental babysitting, context rot over 50 turns, and fragile unverified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AI Factory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The 3-Tier Cognitive Pyramid (Foundations, Executive Mind, Networked Brain) + assembly line with deterministic 48/48 CI matrix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Production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Multi-time scale CI/CD unifying Design and Operations continuously. Context DAGs, one-button rollbacks, and -88% human fatigue in AWS us-east-2.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From Lone Wolf to the Specialized Squad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Breaking out of the monolithic prompt trap by assembling cooperative specialized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Analogy: Asking a single intern to design a skyscraper, draft legal contracts, and inspect plumbing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Role specialization: Software Architect, Coder, and Test Engineer working in tandem.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Breakthrough: Cross-verification: The Coder cannot push until the Test Engineer asserts exit code 0.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tokens.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Key Discovery: Role division alone is not enough; agents require formal cognitive stratification and invariant governance.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Tiered Cognitive Pyramid (3 Tiers)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Stratifying intelligence into Foundations, Executive Mind, and Networked Brain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The Cognitive Pyramid Principle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Why Stratify?: Biological brains don't fire millions of cortical neurons to blink an eye. Fast tasks stay in the spinal reflex; only novel dilemmas wake the prefrontal cortex.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0: Foundations: Sub-second skills (Storage, Senses, Motor). IMAGINES (Toy Bedrock), VETOES (WAF/Budgets), REMEMBERS (DynamoDB/ElastiCache), ACTS (Lambda), SIGNALS (EventBridge).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1: Executive Mind: One Agent Mind deliberative control. DECIDES (SQS Priority), PLANS (Step Functions), SELF-CHECKS (Circuit Breaker), GROUNDS ITSELF (CloudWatch).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2: Networked Brain: Multi-Agent Team coordination. CONNECTS (SNS Fan-out), SHARES (Mutex Board), STAYS STABLE (Quorum Vote).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Guarantee: Never wake a heavy frontier LLM to check if a semicolon or IAM policy is valid!</a:t>
            </a:r>
          </a:p>
        </p:txBody>
      </p:sp>
      <p:pic>
        <p:nvPicPr>
          <p:cNvPr id="6" name="Picture 5" descr="diag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746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AI Factory &amp; Assembly Worker BOM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Replacing artisanal prompt crafting with standardized assembly lines and certified parts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The Industrial AI Paradigm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The Assembly Metaphor: Henry Ford built cars via standardized conveyor lines with strict stations. The AI Factory treats agents as specialized workers on an assembly line.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Parts Catalog (BOM): Agents are constructed by selecting modular building blocks from the 3-Tier Cognitive Pyramid (Bill of Materials).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Small-Step Units: Macro intents are decomposed into atomic micro-tasks (&lt;50 lines) with explicit OpenAPI contracts, eliminating context bloat.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Deterministic Gates: AI is probabilistic; code verification is deterministic. The factory wraps LLMs in rigid 48/48 CI matrix tests.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Certified Storage: Verified artifacts are sealed into Amazon S3 with KMS encryption and verifiable attestation receipts.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Takeaway: Treat prompts like machine tooling, not creative writing!</a:t>
            </a:r>
          </a:p>
        </p:txBody>
      </p:sp>
      <p:pic>
        <p:nvPicPr>
          <p:cNvPr id="6" name="Picture 5" descr="diag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6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Unifying Multi-Time Scales via Continuous CI/CD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Bridging the Design Long Time Scale and Operation Short Time Scale without release silos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Two Time Scales, One Loop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Design Long Time Scale: Agents are designed, prompted, tested, and assembled into worker teams. Occurs over hours to days in Git.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Operation Short Time Scale: Live events trigger Lambda ingress, Step Functions workflows, and Bedrock inference in milliseconds.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No Dev/QA/Prod Silos: Instead of rigid release freezes, CI/CD runs as a continuous nervous system with automated 48/48 test matrix verification.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Human-by-Exception: The pipeline deploys autonomously, pausing only if an architectural invariant or budget limit is breached.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Closed-Loop Feedback: CloudWatch failure telemetry and circuit-breaker trips feed directly back into agent redesign as new evaluation suites.</a:t>
            </a:r>
          </a:p>
        </p:txBody>
      </p:sp>
      <p:pic>
        <p:nvPicPr>
          <p:cNvPr id="6" name="Picture 5" descr="diag_multitime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Ambient AI &amp; Minimizing Human Cognitive Load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Transforming human operators from stressed babysitters into confident executive directors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2514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OLD WAY: The Babysitting Trap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Context Exhaustion: Pasting stack traces, re-reading code diffs, constant re-prompting.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Manual Babysitting: Anxiously inspecting every single line &amp; syntax output.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Mental Burnout: 40+ context switches/hour causing extreme cognitive fatigue.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3840480" cy="2560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059669"/>
                </a:solidFill>
              </a:defRPr>
            </a:pPr>
            <a:r>
              <a:t>NEW WAY: Ambient Autonomy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Executive Intent: Human gives high-level directive: 'Ship it' or 'Proceed'.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Context DAG &amp; Skills: Zero token bloat; successful patterns become permanent SKILL.md.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Reversible Safety: One-button rollback safety net + signed cryptographic receipts.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Proven Result: -88% human cognitive burden eliminated in daily engineering!</a:t>
            </a:r>
          </a:p>
        </p:txBody>
      </p:sp>
      <p:pic>
        <p:nvPicPr>
          <p:cNvPr id="7" name="Picture 6" descr="diag_ambient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9938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 Showcase: Dual-Time Scale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AI Factory Design (Assembly + 3-Tier Cognitive Pyramid) &amp; Ambient CI/CD Operation in AWS us-east-2</a:t>
            </a:r>
          </a:p>
        </p:txBody>
      </p:sp>
      <p:pic>
        <p:nvPicPr>
          <p:cNvPr id="5" name="Picture 4" descr="diag_tech_detai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589520" cy="41461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234440"/>
            <a:ext cx="295625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Dual-Scale Guarantees</a:t>
            </a:r>
          </a:p>
          <a:p>
            <a:br/>
            <a:pPr>
              <a:defRPr b="1" sz="880">
                <a:solidFill>
                  <a:srgbClr val="0284C7"/>
                </a:solidFill>
              </a:defRPr>
            </a:pPr>
            <a:r>
              <a:t>1. AI Factory Design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Long horizon (hours/days). 7-step assembly protocol builds worker minds from 3-Tier Cognitive BOM with atomic OpenAPI &lt;50-line contracts.</a:t>
            </a:r>
          </a:p>
          <a:p>
            <a:br/>
            <a:pPr>
              <a:defRPr b="1" sz="880">
                <a:solidFill>
                  <a:srgbClr val="7C3AED"/>
                </a:solidFill>
              </a:defRPr>
            </a:pPr>
            <a:r>
              <a:t>2. Git of Minds Consensus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Dialectical review across Architect, Coder, and Tester. Committed with Ed25519 signing into cosmosanalytics/AWS.</a:t>
            </a:r>
          </a:p>
          <a:p>
            <a:br/>
            <a:pPr>
              <a:defRPr b="1" sz="880">
                <a:solidFill>
                  <a:srgbClr val="059669"/>
                </a:solidFill>
              </a:defRPr>
            </a:pPr>
            <a:r>
              <a:t>3. Ambient CI/CD Engine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Short horizon (ms/sec). Automated 48/48 CI matrix tests + Secret Shield regex scan verify diffs before canary deploy.</a:t>
            </a:r>
          </a:p>
          <a:p>
            <a:br/>
            <a:pPr>
              <a:defRPr b="1" sz="880">
                <a:solidFill>
                  <a:srgbClr val="D97706"/>
                </a:solidFill>
              </a:defRPr>
            </a:pPr>
            <a:r>
              <a:t>4. AWS us-east-2 Runtime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Live Lambda orchestrator, Step Functions state machine (cosmos-cicd-ai-pipeline-sfn), and Bedrock Claude Sonnet 4.6.</a:t>
            </a:r>
          </a:p>
          <a:p>
            <a:br/>
            <a:pPr>
              <a:defRPr b="1" sz="880">
                <a:solidFill>
                  <a:srgbClr val="4338CA"/>
                </a:solidFill>
              </a:defRPr>
            </a:pPr>
            <a:r>
              <a:t>5. Closed-Loop Telemetry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Circuit breaker trips and CloudWatch logs stream directly back into design as synthetic eval benchmarks.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INTERACTION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Tech Showcase: AI &amp; Human Interaction 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Ambient by Default, Human by Exception: Fluid Canvas, Dual-Engine Gate, and Reversible Decision Cards</a:t>
            </a:r>
          </a:p>
        </p:txBody>
      </p:sp>
      <p:pic>
        <p:nvPicPr>
          <p:cNvPr id="5" name="Picture 4" descr="diag_interaction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589520" cy="4317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234440"/>
            <a:ext cx="295625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6D28D9"/>
                </a:solidFill>
              </a:defRPr>
            </a:pPr>
            <a:r>
              <a:t>Interaction Ergonomics</a:t>
            </a:r>
          </a:p>
          <a:p>
            <a:br/>
            <a:pPr>
              <a:defRPr b="1" sz="880">
                <a:solidFill>
                  <a:srgbClr val="0284C7"/>
                </a:solidFill>
              </a:defRPr>
            </a:pPr>
            <a:r>
              <a:t>1. 3-Level Fluid Canvas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Interactive zoom/drill-down across Level 1 (Worker Dev Mind), Level 2 (GitHub CI/CD), and Level 3 (AWS Cloud us-east-2).</a:t>
            </a:r>
          </a:p>
          <a:p>
            <a:br/>
            <a:pPr>
              <a:defRPr b="1" sz="880">
                <a:solidFill>
                  <a:srgbClr val="7C3AED"/>
                </a:solidFill>
              </a:defRPr>
            </a:pPr>
            <a:r>
              <a:t>2. Dual-Engine Architecture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Visitor Mode runs $0 local WebLLM (WebGPU), PyScript WASM, and Groq LPU (~500 tok/s). Owner Mode unlocks live AWS calls via Header Passcode.</a:t>
            </a:r>
          </a:p>
          <a:p>
            <a:br/>
            <a:pPr>
              <a:defRPr b="1" sz="880">
                <a:solidFill>
                  <a:srgbClr val="059669"/>
                </a:solidFill>
              </a:defRPr>
            </a:pPr>
            <a:r>
              <a:t>3. High-Signal Decision Card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4-cell PR decision layout: Atomic Intent, Verification Evidence (48/48 CI), Blast Radius &amp; Rollback Recipe, and 1-Click Approval.</a:t>
            </a:r>
          </a:p>
          <a:p>
            <a:br/>
            <a:pPr>
              <a:defRPr b="1" sz="880">
                <a:solidFill>
                  <a:srgbClr val="D97706"/>
                </a:solidFill>
              </a:defRPr>
            </a:pPr>
            <a:r>
              <a:t>4. One-Button Reversibility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Instant rollback of both Git commit and AWS Step Functions state machine in &lt;3 seconds, providing total psychological safety.</a:t>
            </a:r>
          </a:p>
          <a:p>
            <a:br/>
            <a:pPr>
              <a:defRPr b="1" sz="880">
                <a:solidFill>
                  <a:srgbClr val="10B981"/>
                </a:solidFill>
              </a:defRPr>
            </a:pPr>
            <a:r>
              <a:t>5. -88% Cognitive Burden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Human operator shifts from anxious micromanager to confident director, approving verified cards in &lt;10 seconds.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THE NEW PARADIGM: AI FACTORY + AMBIENT CI/CD</a:t>
            </a:r>
          </a:p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AI Factory Builds the Minds. Ambient CI/CD Operates Them.</a:t>
            </a:r>
          </a:p>
          <a:p>
            <a:br/>
            <a:pPr algn="ctr">
              <a:defRPr sz="1150">
                <a:solidFill>
                  <a:srgbClr val="94A3B8"/>
                </a:solidFill>
              </a:defRPr>
            </a:pPr>
            <a:r>
              <a:t>By unbundling cognition into a 3-tier pyramid, enforcing industrial assembly lines with atomic contracts (&lt;50 lines),</a:t>
            </a:r>
            <a:br/>
            <a:r>
              <a:t>and bridging design and operations continuously, I have eliminated 88% of human cognitive friction.</a:t>
            </a:r>
            <a:br/>
          </a:p>
          <a:p>
            <a:pPr algn="ctr">
              <a:defRPr sz="1100" b="1">
                <a:solidFill>
                  <a:srgbClr val="38BDF8"/>
                </a:solidFill>
              </a:defRPr>
            </a:pPr>
            <a:r>
              <a:t>• Live Cloud Studio &amp; CI/CD: cosmosanalytics.github.io/AWS/</a:t>
            </a:r>
            <a:br/>
            <a:r>
              <a:t>• AI Factory &amp; Assembly Canvas: cosmosanalytics.github.io/uat-copilot-local/</a:t>
            </a:r>
            <a:br/>
            <a:r>
              <a:t>• Production AWS Project: For Each and Every (us-east-2 • 966273137102)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